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6" d="100"/>
          <a:sy n="56" d="100"/>
        </p:scale>
        <p:origin x="7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8FF7D-7DD9-43DF-9AD6-AD1DF6625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0532D1-2449-63DA-3895-A9F562D25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63A21-FEB4-4131-8537-92C862A0D824}" type="datetimeFigureOut">
              <a:rPr lang="en-PK" smtClean="0"/>
              <a:t>03/11/2025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F12D9-42A8-BAFD-04D1-BBE94C5A4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A0E96F-3583-9355-4741-62140006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00A58-D612-4971-AEBD-6E57F2E0D9B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15078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77E3F0-6C6B-09EA-E005-F92E638DE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F072B-18A9-B780-FD28-4A29F8F68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CE6AF-D85B-A630-4BBD-C3F9BB5159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763A21-FEB4-4131-8537-92C862A0D824}" type="datetimeFigureOut">
              <a:rPr lang="en-PK" smtClean="0"/>
              <a:t>03/11/2025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F1CB0-4C2B-429E-152D-7C178E99B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CE8B7-53D1-ED5F-06D3-31F2F2C16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B00A58-D612-4971-AEBD-6E57F2E0D9B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26408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veromino.tistory.com/entry/%EB%8F%85%EC%84%9C-%EB%A7%88%EB%9D%BC%ED%86%A4-%EC%B1%85%EA%B3%BC-%ED%95%A8%EA%BB%98%ED%95%98%EB%8A%94-%EC%84%B1%EC%9E%A5%EC%9D%98-%EC%97%AC%EC%A0%95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A306944-6987-E0F4-8E06-022007897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5600"/>
            </a:br>
            <a:r>
              <a:rPr lang="en-US" sz="5600"/>
              <a:t> </a:t>
            </a:r>
            <a:r>
              <a:rPr lang="en-PK" sz="3600" b="1" u="sng"/>
              <a:t>Fashion-MNIST Classification Using ANN and CNN with Swish &amp; Mish Activations</a:t>
            </a:r>
            <a:br>
              <a:rPr lang="en-PK"/>
            </a:br>
            <a:endParaRPr lang="en-PK" sz="5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283EF6-3635-4EA8-158F-AA61691E09A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463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E0BCA81-8E3E-2B9D-94B5-C4EFBCED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Introduction:</a:t>
            </a:r>
            <a:endParaRPr lang="en-PK" sz="4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2010CD-4D3B-D9B7-7948-38FBCCC172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617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FF790E8-CF9B-AB93-3C91-A92CFBE95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Objectives</a:t>
            </a:r>
            <a:endParaRPr lang="en-PK" sz="4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C51693-3F78-845E-EA9E-E6F1B095FD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87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188A939-28BD-7B24-3C46-F9B1600D8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4100"/>
              <a:t>Methodology</a:t>
            </a:r>
            <a:endParaRPr lang="en-PK" sz="4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F1DC6C-308F-44B8-1908-B187F2E3BB0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771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7B8BD36-AEDC-A079-833F-CA85B7270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Dataset &amp; Inputs</a:t>
            </a:r>
            <a:endParaRPr lang="en-PK" sz="4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ABBBB3-9A8A-0AE9-49BA-7607B06A12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531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71E6C19-E3CB-B7A4-AAD7-EF23C984A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Implementation</a:t>
            </a:r>
            <a:endParaRPr lang="en-PK" sz="4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8FD80D-96CA-D4DA-3A83-79DA357981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13F3D6-9442-F9F5-A839-3F9C2095C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290" y="134620"/>
            <a:ext cx="3364230" cy="224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179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D22C8F6-3487-8C0E-4FDD-5EB56AC3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Results</a:t>
            </a:r>
            <a:endParaRPr lang="en-PK" sz="4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C1B709-13AA-EBF2-AC0D-D5C2CAE38E5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Graphic 4" descr="Presentation with pie chart with solid fill">
            <a:extLst>
              <a:ext uri="{FF2B5EF4-FFF2-40B4-BE49-F238E27FC236}">
                <a16:creationId xmlns:a16="http://schemas.microsoft.com/office/drawing/2014/main" id="{151083A8-83CA-5C98-9C23-EAF7FDEF1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5100" y="354330"/>
            <a:ext cx="3520440" cy="190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59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973EA6D-1A6B-784F-C6B4-56C3EC038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Discussion</a:t>
            </a:r>
            <a:endParaRPr lang="en-PK" sz="4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D3C63C-61FD-D3E9-F367-D8A4C389537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group of men in suits looking at papers&#10;&#10;AI-generated content may be incorrect.">
            <a:extLst>
              <a:ext uri="{FF2B5EF4-FFF2-40B4-BE49-F238E27FC236}">
                <a16:creationId xmlns:a16="http://schemas.microsoft.com/office/drawing/2014/main" id="{90FCF76F-7130-603A-3AFF-45DF1E825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496351" y="171450"/>
            <a:ext cx="3344880" cy="22285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5BA572-836D-7733-7612-DAA0608A1E61}"/>
              </a:ext>
            </a:extLst>
          </p:cNvPr>
          <p:cNvSpPr txBox="1"/>
          <p:nvPr/>
        </p:nvSpPr>
        <p:spPr>
          <a:xfrm>
            <a:off x="7880995" y="2834130"/>
            <a:ext cx="2342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sz="900" dirty="0"/>
          </a:p>
        </p:txBody>
      </p:sp>
    </p:spTree>
    <p:extLst>
      <p:ext uri="{BB962C8B-B14F-4D97-AF65-F5344CB8AC3E}">
        <p14:creationId xmlns:p14="http://schemas.microsoft.com/office/powerpoint/2010/main" val="648823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7081ED3-1BCE-1E18-F053-3017254E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Conclusion</a:t>
            </a:r>
            <a:endParaRPr lang="en-PK" sz="4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08A1D9-C062-E4A2-5EC4-E3545D5DCE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727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F8E04B-8359-400D-FD2C-77123819E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Future Work &amp; Acknowledgments</a:t>
            </a:r>
            <a:br>
              <a:rPr lang="en-US" sz="2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Try learning rate scheduling, cutout, or ensemble models</a:t>
            </a: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Explore attention mechanisms or focal loss</a:t>
            </a: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Acknowledge: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PyTorch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torchvision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course instructors</a:t>
            </a: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References: Swish/Mish papers, dataset source</a:t>
            </a: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9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73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67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  Fashion-MNIST Classification Using ANN and CNN with Swish &amp; Mish Activations </vt:lpstr>
      <vt:lpstr>Introduction:</vt:lpstr>
      <vt:lpstr>Objectives</vt:lpstr>
      <vt:lpstr>Methodology</vt:lpstr>
      <vt:lpstr>Dataset &amp; Inputs</vt:lpstr>
      <vt:lpstr>Implementation</vt:lpstr>
      <vt:lpstr>Results</vt:lpstr>
      <vt:lpstr>Discussion</vt:lpstr>
      <vt:lpstr>Conclusion</vt:lpstr>
      <vt:lpstr>Future Work &amp; Acknowledgments Try learning rate scheduling, cutout, or ensemble models Explore attention mechanisms or focal loss Acknowledge: PyTorch, torchvision, course instructors References: Swish/Mish papers, dataset source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Rizwan Riaz</dc:creator>
  <cp:lastModifiedBy>Rizwan Riaz</cp:lastModifiedBy>
  <cp:revision>3</cp:revision>
  <dcterms:created xsi:type="dcterms:W3CDTF">2025-11-03T07:43:27Z</dcterms:created>
  <dcterms:modified xsi:type="dcterms:W3CDTF">2025-11-03T08:26:25Z</dcterms:modified>
</cp:coreProperties>
</file>